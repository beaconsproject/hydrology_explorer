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5954" autoAdjust="0"/>
  </p:normalViewPr>
  <p:slideViewPr>
    <p:cSldViewPr snapToGrid="0">
      <p:cViewPr varScale="1">
        <p:scale>
          <a:sx n="102" d="100"/>
          <a:sy n="102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583495-07D3-2919-2801-4E9414878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6AC08E0-B3E0-C598-239C-5E4B31766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1EAB72-6450-3D0B-CD1D-B9CFA6959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2E27-1CF1-49AC-AEA9-BB4CAC94086F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979E0D-A1C6-4991-CD67-6CDA7716D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C3C951-4867-4FFF-CDA0-9B1F3F226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EE8D-03CF-4E91-9C44-64282B5BA7DC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2016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15CD2B-EA2E-8F4A-DC19-988E3AB5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336628-F50F-05FF-EB1E-36A3D24E5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68B59F-7F48-C63A-E8DC-DBBFC8C4B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2E27-1CF1-49AC-AEA9-BB4CAC94086F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60D783-ED5D-5ED7-61EB-3D13E50C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B52CEF-5716-B861-8CE7-C01D59E6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EE8D-03CF-4E91-9C44-64282B5BA7DC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403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D6EFD9-0BAE-7A3C-4278-DB578B4A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209119-01FF-C997-7327-99734051C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A10590-52D9-1375-D636-7F7ED7382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2E27-1CF1-49AC-AEA9-BB4CAC94086F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C0FEAF-13E6-6ADE-EF87-0B968075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E20C97-2365-20E6-08F6-189D630ED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EE8D-03CF-4E91-9C44-64282B5BA7DC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758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0FBF24-EC00-FE8F-80E0-C10FCA5C5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1696C6-0948-D7EE-E967-1431E30AA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A5F5EFC-89EB-EB1A-E881-9F9414EFC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09F7B2-77FB-34AC-BDAC-A913C960E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2E27-1CF1-49AC-AEA9-BB4CAC94086F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DFEC889-6E75-8FFA-1FEA-5B7EDC7FE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985931-ABF1-EE74-7141-82AD883F0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EE8D-03CF-4E91-9C44-64282B5BA7DC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8708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F659F3-80AF-2E2C-3825-72B6EA0AC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2A24D0-8BB0-0993-1B51-4B59CCA13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E4F85B-E3CC-0FD9-6256-5A03E2922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8AE1583-A9F0-DF58-F03F-A816F4975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8CFA7AF-C101-F353-E806-D112245D7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3A7B5DB-CDD1-7763-91CD-F81A93114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2E27-1CF1-49AC-AEA9-BB4CAC94086F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A0A6B1B-8A7E-B2CC-E108-AFFC4A0FC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AC502AB-9A6F-13A6-5EC9-EB4852440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EE8D-03CF-4E91-9C44-64282B5BA7DC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873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00192-FF48-1D50-77B2-404E94DE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EC35364-1966-B210-312A-B9F30B0AE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2E27-1CF1-49AC-AEA9-BB4CAC94086F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45FC131-F682-8687-62B0-5685F0962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7F08EC-7AC3-6186-6464-BBB0E55C8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EE8D-03CF-4E91-9C44-64282B5BA7DC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999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F8AC64-253D-E94F-45D9-F60ED264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2E27-1CF1-49AC-AEA9-BB4CAC94086F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3FF7ECA-2655-3B2F-76C9-E987FB58D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BCC403-4EF4-A878-8713-F5ECAD5E1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EE8D-03CF-4E91-9C44-64282B5BA7DC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313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992E11-48B6-04A1-5406-177C906E0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575747-1361-5E5A-EF6C-1BC56EF65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6E2AE5-49CB-8443-D4B9-DD9B3E284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12626C-C8D7-8C01-E444-355D53CAF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2E27-1CF1-49AC-AEA9-BB4CAC94086F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3B45CC-3781-AEAC-FE7F-3280B98D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5AA271-7E33-DBB2-2BB2-5EACFA8C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EE8D-03CF-4E91-9C44-64282B5BA7DC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0681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3861B7-71A5-FAF5-92EB-E3E7F4026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ECCA639-2BBF-346C-518E-4A44096FF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509B761-932F-F7E6-FEF4-088CD9A8E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F72036-7574-B227-7C19-18029F996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2E27-1CF1-49AC-AEA9-BB4CAC94086F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BA0130-BEF1-B765-8A0E-2A4BC0C2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C11BE4-2DC9-0D88-1240-6C2C8F77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EE8D-03CF-4E91-9C44-64282B5BA7DC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159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180592-DF8E-F919-746D-8678BF4B9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255ECC5-EA46-4C67-1E41-DB2C55031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451E34-C0E8-27C1-E4F2-A81CB282E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2E27-1CF1-49AC-AEA9-BB4CAC94086F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42840F-D77C-7642-612B-CA19EE4B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816A21-5142-F916-E617-8C5CACBB7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EE8D-03CF-4E91-9C44-64282B5BA7DC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3309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E3840BB-DFB9-25AF-50CE-0DBD232B5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9A63526-B6D6-4B6F-5060-5BF9C3249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B7F121-C446-B9A6-1D0C-FBEBE442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2E27-1CF1-49AC-AEA9-BB4CAC94086F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3C6488-F729-737B-0111-D938EE32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A4BA5D-D9D6-0C1A-3462-A3A0193B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EE8D-03CF-4E91-9C44-64282B5BA7DC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946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E872F65-80AD-E62F-E7E2-F6EB0FA3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981C88-88C6-C270-A35A-B41538A70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901151-B12F-CAC2-CD87-6DCD97D9A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22E27-1CF1-49AC-AEA9-BB4CAC94086F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1CB981-8E6B-62D7-5E8C-3FC4D3C68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8E9E91-0A6E-0F1F-1676-F510613FC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9EE8D-03CF-4E91-9C44-64282B5BA7DC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819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33922AA-6DBE-9C94-6CCB-03A735FEE139}"/>
              </a:ext>
            </a:extLst>
          </p:cNvPr>
          <p:cNvSpPr/>
          <p:nvPr/>
        </p:nvSpPr>
        <p:spPr>
          <a:xfrm>
            <a:off x="3886707" y="-1999388"/>
            <a:ext cx="2231334" cy="40248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Start the app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6D67F78-C417-B023-30B7-E279C0EE7C3F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5002374" y="-1596901"/>
            <a:ext cx="8073" cy="310998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C2476EA-240D-B2D0-2A1D-32ACDCA7810B}"/>
              </a:ext>
            </a:extLst>
          </p:cNvPr>
          <p:cNvSpPr/>
          <p:nvPr/>
        </p:nvSpPr>
        <p:spPr>
          <a:xfrm>
            <a:off x="4062777" y="-1285903"/>
            <a:ext cx="1895340" cy="317161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Set input parameters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784BF8C-87C0-ED3B-9912-2917647EAD09}"/>
              </a:ext>
            </a:extLst>
          </p:cNvPr>
          <p:cNvSpPr/>
          <p:nvPr/>
        </p:nvSpPr>
        <p:spPr>
          <a:xfrm>
            <a:off x="2707343" y="-332982"/>
            <a:ext cx="1664044" cy="320781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Use demo dataset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2D4E82E-9BCF-F56B-1CD0-A33D1EEDDDAC}"/>
              </a:ext>
            </a:extLst>
          </p:cNvPr>
          <p:cNvSpPr/>
          <p:nvPr/>
        </p:nvSpPr>
        <p:spPr>
          <a:xfrm>
            <a:off x="7394023" y="1233645"/>
            <a:ext cx="2175331" cy="844414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Upload spatial data:</a:t>
            </a:r>
          </a:p>
          <a:p>
            <a:r>
              <a:rPr lang="en-CA" sz="1200" dirty="0">
                <a:solidFill>
                  <a:schemeClr val="tx1"/>
                </a:solidFill>
              </a:rPr>
              <a:t>- CSV with file paths</a:t>
            </a:r>
          </a:p>
          <a:p>
            <a:r>
              <a:rPr lang="en-CA" sz="1200" dirty="0">
                <a:solidFill>
                  <a:schemeClr val="tx1"/>
                </a:solidFill>
              </a:rPr>
              <a:t>- </a:t>
            </a:r>
            <a:r>
              <a:rPr lang="en-CA" sz="1200" dirty="0" err="1">
                <a:solidFill>
                  <a:schemeClr val="tx1"/>
                </a:solidFill>
              </a:rPr>
              <a:t>GeoPackage</a:t>
            </a:r>
            <a:endParaRPr lang="en-CA" sz="1200" dirty="0">
              <a:solidFill>
                <a:schemeClr val="tx1"/>
              </a:solidFill>
            </a:endParaRPr>
          </a:p>
          <a:p>
            <a:r>
              <a:rPr lang="en-CA" sz="1200" dirty="0">
                <a:solidFill>
                  <a:schemeClr val="tx1"/>
                </a:solidFill>
              </a:rPr>
              <a:t>- Individuals Shapefile layers</a:t>
            </a:r>
          </a:p>
        </p:txBody>
      </p:sp>
      <p:cxnSp>
        <p:nvCxnSpPr>
          <p:cNvPr id="11" name="Connecteur : en angle 10">
            <a:extLst>
              <a:ext uri="{FF2B5EF4-FFF2-40B4-BE49-F238E27FC236}">
                <a16:creationId xmlns:a16="http://schemas.microsoft.com/office/drawing/2014/main" id="{692365B2-ECEA-467A-4E05-D3735E0191AE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 rot="16200000" flipH="1">
            <a:off x="5250825" y="-1209120"/>
            <a:ext cx="632606" cy="1113362"/>
          </a:xfrm>
          <a:prstGeom prst="bentConnector3">
            <a:avLst>
              <a:gd name="adj1" fmla="val 31209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 : en angle 11">
            <a:extLst>
              <a:ext uri="{FF2B5EF4-FFF2-40B4-BE49-F238E27FC236}">
                <a16:creationId xmlns:a16="http://schemas.microsoft.com/office/drawing/2014/main" id="{A5C327E8-E76B-F6B2-7824-97F1334106EB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3957026" y="-1386403"/>
            <a:ext cx="635760" cy="1471082"/>
          </a:xfrm>
          <a:prstGeom prst="bentConnector3">
            <a:avLst>
              <a:gd name="adj1" fmla="val 30387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5D9AD4F6-163C-F742-0CB6-CE442BBDD5BC}"/>
              </a:ext>
            </a:extLst>
          </p:cNvPr>
          <p:cNvCxnSpPr>
            <a:cxnSpLocks/>
            <a:stCxn id="9" idx="2"/>
            <a:endCxn id="78" idx="0"/>
          </p:cNvCxnSpPr>
          <p:nvPr/>
        </p:nvCxnSpPr>
        <p:spPr>
          <a:xfrm rot="16200000" flipH="1">
            <a:off x="2354079" y="1173084"/>
            <a:ext cx="3808510" cy="1437939"/>
          </a:xfrm>
          <a:prstGeom prst="bentConnector3">
            <a:avLst>
              <a:gd name="adj1" fmla="val 77371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23E6663-8C07-D2B2-A9DA-A058AC174E25}"/>
              </a:ext>
            </a:extLst>
          </p:cNvPr>
          <p:cNvSpPr/>
          <p:nvPr/>
        </p:nvSpPr>
        <p:spPr>
          <a:xfrm>
            <a:off x="4145282" y="6632738"/>
            <a:ext cx="1664044" cy="360512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Select AOI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79DA0EB-D5A9-DC02-5F29-6AFEF9CAFB42}"/>
              </a:ext>
            </a:extLst>
          </p:cNvPr>
          <p:cNvSpPr/>
          <p:nvPr/>
        </p:nvSpPr>
        <p:spPr>
          <a:xfrm>
            <a:off x="5458629" y="7686330"/>
            <a:ext cx="1719861" cy="39879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Select a set of catchments on the map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38673918-6764-5803-2124-923205C15CA3}"/>
              </a:ext>
            </a:extLst>
          </p:cNvPr>
          <p:cNvSpPr/>
          <p:nvPr/>
        </p:nvSpPr>
        <p:spPr>
          <a:xfrm>
            <a:off x="2917181" y="7958932"/>
            <a:ext cx="1664044" cy="59153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Enable AOI boundary editing using catchments (optional)</a:t>
            </a:r>
          </a:p>
        </p:txBody>
      </p: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89466F29-5528-D37E-B6C7-A1F2118B80F0}"/>
              </a:ext>
            </a:extLst>
          </p:cNvPr>
          <p:cNvCxnSpPr>
            <a:cxnSpLocks/>
            <a:stCxn id="78" idx="2"/>
            <a:endCxn id="104" idx="0"/>
          </p:cNvCxnSpPr>
          <p:nvPr/>
        </p:nvCxnSpPr>
        <p:spPr>
          <a:xfrm rot="16200000" flipH="1">
            <a:off x="4815003" y="4823430"/>
            <a:ext cx="337136" cy="12535"/>
          </a:xfrm>
          <a:prstGeom prst="bentConnector3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F8655DA9-8474-20B2-CEC8-7129AFE8BF3E}"/>
              </a:ext>
            </a:extLst>
          </p:cNvPr>
          <p:cNvCxnSpPr>
            <a:cxnSpLocks/>
            <a:endCxn id="18" idx="0"/>
          </p:cNvCxnSpPr>
          <p:nvPr/>
        </p:nvCxnSpPr>
        <p:spPr>
          <a:xfrm rot="5400000">
            <a:off x="4790446" y="6420809"/>
            <a:ext cx="398787" cy="25070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6A65DD76-CF04-FBE5-E726-0D34F50DE110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16200000" flipH="1">
            <a:off x="5301392" y="6669162"/>
            <a:ext cx="693080" cy="1341256"/>
          </a:xfrm>
          <a:prstGeom prst="bentConnector3">
            <a:avLst>
              <a:gd name="adj1" fmla="val 23613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34695B98-B818-FE99-6ABD-71700DEEAD5A}"/>
              </a:ext>
            </a:extLst>
          </p:cNvPr>
          <p:cNvSpPr/>
          <p:nvPr/>
        </p:nvSpPr>
        <p:spPr>
          <a:xfrm>
            <a:off x="3473821" y="9711146"/>
            <a:ext cx="3106890" cy="576649"/>
          </a:xfrm>
          <a:prstGeom prst="roundRect">
            <a:avLst/>
          </a:prstGeom>
          <a:solidFill>
            <a:srgbClr val="FF000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Save layers in </a:t>
            </a:r>
            <a:r>
              <a:rPr lang="en-CA" b="1" dirty="0" err="1">
                <a:solidFill>
                  <a:schemeClr val="tx1"/>
                </a:solidFill>
              </a:rPr>
              <a:t>GeoPackage</a:t>
            </a:r>
            <a:endParaRPr lang="en-CA" b="1" dirty="0">
              <a:solidFill>
                <a:schemeClr val="tx1"/>
              </a:solidFill>
            </a:endParaRPr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19B567D0-707D-D280-38FB-86105735D2C4}"/>
              </a:ext>
            </a:extLst>
          </p:cNvPr>
          <p:cNvCxnSpPr>
            <a:cxnSpLocks/>
            <a:stCxn id="50" idx="2"/>
            <a:endCxn id="41" idx="0"/>
          </p:cNvCxnSpPr>
          <p:nvPr/>
        </p:nvCxnSpPr>
        <p:spPr>
          <a:xfrm>
            <a:off x="5024982" y="9431586"/>
            <a:ext cx="2284" cy="27956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B821B15C-6383-9FF4-5A58-33363B88BD6E}"/>
              </a:ext>
            </a:extLst>
          </p:cNvPr>
          <p:cNvCxnSpPr>
            <a:cxnSpLocks/>
            <a:stCxn id="10" idx="2"/>
            <a:endCxn id="78" idx="0"/>
          </p:cNvCxnSpPr>
          <p:nvPr/>
        </p:nvCxnSpPr>
        <p:spPr>
          <a:xfrm rot="5400000">
            <a:off x="5870372" y="1184992"/>
            <a:ext cx="1718250" cy="3504385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F7820AD2-1929-765D-282E-8863B7D79CE3}"/>
              </a:ext>
            </a:extLst>
          </p:cNvPr>
          <p:cNvSpPr/>
          <p:nvPr/>
        </p:nvSpPr>
        <p:spPr>
          <a:xfrm>
            <a:off x="3931923" y="8872396"/>
            <a:ext cx="2186118" cy="5591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Generate upstream and downstream</a:t>
            </a:r>
          </a:p>
        </p:txBody>
      </p:sp>
      <p:cxnSp>
        <p:nvCxnSpPr>
          <p:cNvPr id="57" name="Connecteur : en angle 56">
            <a:extLst>
              <a:ext uri="{FF2B5EF4-FFF2-40B4-BE49-F238E27FC236}">
                <a16:creationId xmlns:a16="http://schemas.microsoft.com/office/drawing/2014/main" id="{171CE5A0-8A05-DEBA-EA65-75CABFD9548F}"/>
              </a:ext>
            </a:extLst>
          </p:cNvPr>
          <p:cNvCxnSpPr>
            <a:cxnSpLocks/>
            <a:stCxn id="20" idx="2"/>
            <a:endCxn id="50" idx="0"/>
          </p:cNvCxnSpPr>
          <p:nvPr/>
        </p:nvCxnSpPr>
        <p:spPr>
          <a:xfrm rot="16200000" flipH="1">
            <a:off x="4226129" y="8073543"/>
            <a:ext cx="321926" cy="1275779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 : en angle 57">
            <a:extLst>
              <a:ext uri="{FF2B5EF4-FFF2-40B4-BE49-F238E27FC236}">
                <a16:creationId xmlns:a16="http://schemas.microsoft.com/office/drawing/2014/main" id="{E3CDAE94-9D6C-4425-E528-30028152538D}"/>
              </a:ext>
            </a:extLst>
          </p:cNvPr>
          <p:cNvCxnSpPr>
            <a:cxnSpLocks/>
            <a:stCxn id="19" idx="2"/>
            <a:endCxn id="50" idx="0"/>
          </p:cNvCxnSpPr>
          <p:nvPr/>
        </p:nvCxnSpPr>
        <p:spPr>
          <a:xfrm rot="5400000">
            <a:off x="5278133" y="7831969"/>
            <a:ext cx="787276" cy="1293578"/>
          </a:xfrm>
          <a:prstGeom prst="bentConnector3">
            <a:avLst>
              <a:gd name="adj1" fmla="val 80621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 : coins arrondis 77">
            <a:extLst>
              <a:ext uri="{FF2B5EF4-FFF2-40B4-BE49-F238E27FC236}">
                <a16:creationId xmlns:a16="http://schemas.microsoft.com/office/drawing/2014/main" id="{ABB89115-0BD4-C5B2-AEA2-D921DF355FFD}"/>
              </a:ext>
            </a:extLst>
          </p:cNvPr>
          <p:cNvSpPr/>
          <p:nvPr/>
        </p:nvSpPr>
        <p:spPr>
          <a:xfrm>
            <a:off x="3826420" y="3796309"/>
            <a:ext cx="2301768" cy="864821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Set source of intactness:</a:t>
            </a:r>
          </a:p>
          <a:p>
            <a:r>
              <a:rPr lang="en-CA" sz="1200" dirty="0">
                <a:solidFill>
                  <a:schemeClr val="tx1"/>
                </a:solidFill>
              </a:rPr>
              <a:t>- Value in catchments</a:t>
            </a:r>
          </a:p>
          <a:p>
            <a:r>
              <a:rPr lang="en-CA" sz="1200" dirty="0">
                <a:solidFill>
                  <a:schemeClr val="tx1"/>
                </a:solidFill>
              </a:rPr>
              <a:t>- Use existing undisturbed layer</a:t>
            </a:r>
          </a:p>
          <a:p>
            <a:r>
              <a:rPr lang="en-CA" sz="1200" dirty="0">
                <a:solidFill>
                  <a:schemeClr val="tx1"/>
                </a:solidFill>
              </a:rPr>
              <a:t>- Upload intactness layer</a:t>
            </a:r>
          </a:p>
        </p:txBody>
      </p:sp>
      <p:sp>
        <p:nvSpPr>
          <p:cNvPr id="99" name="Rectangle : coins arrondis 98">
            <a:extLst>
              <a:ext uri="{FF2B5EF4-FFF2-40B4-BE49-F238E27FC236}">
                <a16:creationId xmlns:a16="http://schemas.microsoft.com/office/drawing/2014/main" id="{954350CE-02F1-3CFB-229E-B5C8530E6C4A}"/>
              </a:ext>
            </a:extLst>
          </p:cNvPr>
          <p:cNvSpPr/>
          <p:nvPr/>
        </p:nvSpPr>
        <p:spPr>
          <a:xfrm>
            <a:off x="3831455" y="5592755"/>
            <a:ext cx="2300400" cy="85216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Add feature to track (optional):</a:t>
            </a:r>
          </a:p>
          <a:p>
            <a:r>
              <a:rPr lang="en-CA" sz="1200" dirty="0">
                <a:solidFill>
                  <a:schemeClr val="tx1"/>
                </a:solidFill>
              </a:rPr>
              <a:t>- Use existing fire layer</a:t>
            </a:r>
          </a:p>
          <a:p>
            <a:r>
              <a:rPr lang="en-CA" sz="1200" dirty="0">
                <a:solidFill>
                  <a:schemeClr val="tx1"/>
                </a:solidFill>
              </a:rPr>
              <a:t>- Upload a feature layer</a:t>
            </a:r>
          </a:p>
        </p:txBody>
      </p:sp>
      <p:cxnSp>
        <p:nvCxnSpPr>
          <p:cNvPr id="103" name="Connecteur : en angle 102">
            <a:extLst>
              <a:ext uri="{FF2B5EF4-FFF2-40B4-BE49-F238E27FC236}">
                <a16:creationId xmlns:a16="http://schemas.microsoft.com/office/drawing/2014/main" id="{B8539CEB-EAE0-15D0-B2B1-5C37E965D66F}"/>
              </a:ext>
            </a:extLst>
          </p:cNvPr>
          <p:cNvCxnSpPr>
            <a:cxnSpLocks/>
            <a:stCxn id="104" idx="2"/>
            <a:endCxn id="99" idx="0"/>
          </p:cNvCxnSpPr>
          <p:nvPr/>
        </p:nvCxnSpPr>
        <p:spPr>
          <a:xfrm rot="5400000">
            <a:off x="4910556" y="5513472"/>
            <a:ext cx="150382" cy="8184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 : coins arrondis 103">
            <a:extLst>
              <a:ext uri="{FF2B5EF4-FFF2-40B4-BE49-F238E27FC236}">
                <a16:creationId xmlns:a16="http://schemas.microsoft.com/office/drawing/2014/main" id="{293A23D0-9139-01DE-D72F-1C4660BC6566}"/>
              </a:ext>
            </a:extLst>
          </p:cNvPr>
          <p:cNvSpPr/>
          <p:nvPr/>
        </p:nvSpPr>
        <p:spPr>
          <a:xfrm>
            <a:off x="3838955" y="4998266"/>
            <a:ext cx="2301768" cy="44410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Add display elements (optional)</a:t>
            </a:r>
          </a:p>
        </p:txBody>
      </p:sp>
      <p:sp>
        <p:nvSpPr>
          <p:cNvPr id="115" name="Rectangle : coins arrondis 114">
            <a:extLst>
              <a:ext uri="{FF2B5EF4-FFF2-40B4-BE49-F238E27FC236}">
                <a16:creationId xmlns:a16="http://schemas.microsoft.com/office/drawing/2014/main" id="{1230FB9D-7279-FE11-00FE-05A1B2A4503A}"/>
              </a:ext>
            </a:extLst>
          </p:cNvPr>
          <p:cNvSpPr/>
          <p:nvPr/>
        </p:nvSpPr>
        <p:spPr>
          <a:xfrm>
            <a:off x="3169569" y="7337466"/>
            <a:ext cx="1164811" cy="39879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Upload an AOI</a:t>
            </a:r>
          </a:p>
        </p:txBody>
      </p:sp>
      <p:cxnSp>
        <p:nvCxnSpPr>
          <p:cNvPr id="116" name="Connecteur : en angle 115">
            <a:extLst>
              <a:ext uri="{FF2B5EF4-FFF2-40B4-BE49-F238E27FC236}">
                <a16:creationId xmlns:a16="http://schemas.microsoft.com/office/drawing/2014/main" id="{BDA0266B-4E28-90B7-D44A-09B4CF3750CB}"/>
              </a:ext>
            </a:extLst>
          </p:cNvPr>
          <p:cNvCxnSpPr>
            <a:cxnSpLocks/>
            <a:stCxn id="18" idx="2"/>
            <a:endCxn id="115" idx="0"/>
          </p:cNvCxnSpPr>
          <p:nvPr/>
        </p:nvCxnSpPr>
        <p:spPr>
          <a:xfrm rot="5400000">
            <a:off x="4192532" y="6552694"/>
            <a:ext cx="344216" cy="1225329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 : en angle 121">
            <a:extLst>
              <a:ext uri="{FF2B5EF4-FFF2-40B4-BE49-F238E27FC236}">
                <a16:creationId xmlns:a16="http://schemas.microsoft.com/office/drawing/2014/main" id="{5A6659BA-B15E-087B-1605-254DC5FB8DF2}"/>
              </a:ext>
            </a:extLst>
          </p:cNvPr>
          <p:cNvCxnSpPr>
            <a:cxnSpLocks/>
            <a:stCxn id="115" idx="2"/>
            <a:endCxn id="20" idx="0"/>
          </p:cNvCxnSpPr>
          <p:nvPr/>
        </p:nvCxnSpPr>
        <p:spPr>
          <a:xfrm rot="5400000">
            <a:off x="3639251" y="7846208"/>
            <a:ext cx="222676" cy="2772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32B41C07-FABE-3FC1-7284-37ACC34D46FC}"/>
              </a:ext>
            </a:extLst>
          </p:cNvPr>
          <p:cNvSpPr/>
          <p:nvPr/>
        </p:nvSpPr>
        <p:spPr>
          <a:xfrm>
            <a:off x="5291787" y="-336136"/>
            <a:ext cx="1664044" cy="320781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Upload spatial data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B2F5E57B-8838-6990-BD17-ED014915ACD7}"/>
              </a:ext>
            </a:extLst>
          </p:cNvPr>
          <p:cNvSpPr/>
          <p:nvPr/>
        </p:nvSpPr>
        <p:spPr>
          <a:xfrm>
            <a:off x="4431956" y="517334"/>
            <a:ext cx="1664044" cy="320781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Study area only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7B975180-D011-D9F4-E91E-9624501F25ED}"/>
              </a:ext>
            </a:extLst>
          </p:cNvPr>
          <p:cNvSpPr/>
          <p:nvPr/>
        </p:nvSpPr>
        <p:spPr>
          <a:xfrm>
            <a:off x="7649667" y="517334"/>
            <a:ext cx="1664044" cy="320781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Advanced</a:t>
            </a:r>
          </a:p>
        </p:txBody>
      </p:sp>
      <p:cxnSp>
        <p:nvCxnSpPr>
          <p:cNvPr id="30" name="Connecteur : en angle 29">
            <a:extLst>
              <a:ext uri="{FF2B5EF4-FFF2-40B4-BE49-F238E27FC236}">
                <a16:creationId xmlns:a16="http://schemas.microsoft.com/office/drawing/2014/main" id="{919F273B-2CF8-FA2C-9CBE-178EF888242E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 rot="16200000" flipH="1">
            <a:off x="7036405" y="-927951"/>
            <a:ext cx="532689" cy="2357880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 : en angle 32">
            <a:extLst>
              <a:ext uri="{FF2B5EF4-FFF2-40B4-BE49-F238E27FC236}">
                <a16:creationId xmlns:a16="http://schemas.microsoft.com/office/drawing/2014/main" id="{52C8AD21-C5B8-E66C-6797-D702F5FC9A81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rot="5400000">
            <a:off x="5427550" y="-178926"/>
            <a:ext cx="532689" cy="859831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912E7A65-C17B-BA78-8E75-61CC561ADACD}"/>
              </a:ext>
            </a:extLst>
          </p:cNvPr>
          <p:cNvSpPr/>
          <p:nvPr/>
        </p:nvSpPr>
        <p:spPr>
          <a:xfrm>
            <a:off x="4459765" y="1117675"/>
            <a:ext cx="1664044" cy="805413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Do you want to reassess study area as study area + upstream of the study area</a:t>
            </a: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70B55C8D-FBBE-E609-0231-531795F6BA73}"/>
              </a:ext>
            </a:extLst>
          </p:cNvPr>
          <p:cNvSpPr/>
          <p:nvPr/>
        </p:nvSpPr>
        <p:spPr>
          <a:xfrm>
            <a:off x="867001" y="2153371"/>
            <a:ext cx="2175331" cy="844414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Upload Disturbance </a:t>
            </a:r>
            <a:r>
              <a:rPr lang="en-CA" sz="1200" dirty="0" err="1">
                <a:solidFill>
                  <a:schemeClr val="tx1"/>
                </a:solidFill>
              </a:rPr>
              <a:t>Geopackage</a:t>
            </a:r>
            <a:r>
              <a:rPr lang="en-CA" sz="1200" dirty="0">
                <a:solidFill>
                  <a:schemeClr val="tx1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12272578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21344</TotalTime>
  <Words>122</Words>
  <Application>Microsoft Office PowerPoint</Application>
  <PresentationFormat>Grand écran</PresentationFormat>
  <Paragraphs>26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Mélina Houle</dc:creator>
  <cp:lastModifiedBy>Mélina Houle</cp:lastModifiedBy>
  <cp:revision>8</cp:revision>
  <dcterms:created xsi:type="dcterms:W3CDTF">2023-07-06T20:17:21Z</dcterms:created>
  <dcterms:modified xsi:type="dcterms:W3CDTF">2026-07-23T16:56:39Z</dcterms:modified>
</cp:coreProperties>
</file>